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Major Project External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FARM CONNECT: PATHWAY TO PROGRESS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3154680"/>
            <a:ext cx="9784080" cy="2057400"/>
          </a:xfrm>
          <a:prstGeom prst="roundRect">
            <a:avLst/>
          </a:prstGeom>
          <a:solidFill>
            <a:srgbClr val="2D734A"/>
          </a:solidFill>
          <a:ln>
            <a:solidFill>
              <a:srgbClr val="6EAE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Team: Marshal Alone, Vaishnavi Getme, Aditya Kawale, Sanskruti Patil, Mrunali Umak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Guide: Prof. Tejas Dhule | Session: 2025-26</a:t>
            </a:r>
          </a:p>
          <a:p>
            <a:pPr algn="ctr">
              <a:defRPr sz="1500">
                <a:solidFill>
                  <a:srgbClr val="FFFFFF"/>
                </a:solidFill>
              </a:defRPr>
            </a:pPr>
            <a:r>
              <a:t>Progress status: Semester 7 MVP complete | Semester 8 pending closure</a:t>
            </a:r>
          </a:p>
        </p:txBody>
      </p:sp>
      <p:pic>
        <p:nvPicPr>
          <p:cNvPr id="6" name="Picture 5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0043" y="5349240"/>
            <a:ext cx="2039592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Department of CSE, NIT Nagpur | Demo: https://farmbro.vercel.app/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222222"/>
                </a:solidFill>
              </a:defRPr>
            </a:pPr>
            <a:r>
              <a:t>1. Problem and project scope</a:t>
            </a:r>
          </a:p>
          <a:p>
            <a:pPr>
              <a:defRPr sz="2300">
                <a:solidFill>
                  <a:srgbClr val="222222"/>
                </a:solidFill>
              </a:defRPr>
            </a:pPr>
            <a:r>
              <a:t>2. Semester 7 implementation progress</a:t>
            </a:r>
          </a:p>
          <a:p>
            <a:pPr>
              <a:defRPr sz="2300">
                <a:solidFill>
                  <a:srgbClr val="222222"/>
                </a:solidFill>
              </a:defRPr>
            </a:pPr>
            <a:r>
              <a:t>3. Module demonstration (with live screenshots)</a:t>
            </a:r>
          </a:p>
          <a:p>
            <a:pPr>
              <a:defRPr sz="2300">
                <a:solidFill>
                  <a:srgbClr val="222222"/>
                </a:solidFill>
              </a:defRPr>
            </a:pPr>
            <a:r>
              <a:t>4. Testing status and current metrics</a:t>
            </a:r>
          </a:p>
          <a:p>
            <a:pPr>
              <a:defRPr sz="2300">
                <a:solidFill>
                  <a:srgbClr val="222222"/>
                </a:solidFill>
              </a:defRPr>
            </a:pPr>
            <a:r>
              <a:t>5. Semester 8 pending work and timeline</a:t>
            </a:r>
          </a:p>
          <a:p>
            <a:pPr>
              <a:defRPr sz="2300">
                <a:solidFill>
                  <a:srgbClr val="222222"/>
                </a:solidFill>
              </a:defRPr>
            </a:pPr>
            <a:r>
              <a:t>6. Conclusion and demo 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Problem and Solution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Department of CSE, NIT Nagpur | Demo: https://farmbro.vercel.app/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22222"/>
                </a:solidFill>
              </a:defRPr>
            </a:pPr>
            <a:r>
              <a:t>Information is fragmented across multiple platforms.</a:t>
            </a:r>
          </a:p>
          <a:p>
            <a:pPr>
              <a:defRPr sz="2100">
                <a:solidFill>
                  <a:srgbClr val="222222"/>
                </a:solidFill>
              </a:defRPr>
            </a:pPr>
            <a:r>
              <a:t>Disease detection is often delayed, increasing crop risk.</a:t>
            </a:r>
          </a:p>
          <a:p>
            <a:pPr>
              <a:defRPr sz="2100">
                <a:solidFill>
                  <a:srgbClr val="222222"/>
                </a:solidFill>
              </a:defRPr>
            </a:pPr>
            <a:r>
              <a:t>Language barriers reduce access to digital advisories.</a:t>
            </a:r>
          </a:p>
          <a:p>
            <a:pPr>
              <a:defRPr sz="2100">
                <a:solidFill>
                  <a:srgbClr val="222222"/>
                </a:solidFill>
              </a:defRPr>
            </a:pPr>
            <a:r>
              <a:t>Equipment access is expensive for small farmers.</a:t>
            </a:r>
          </a:p>
          <a:p>
            <a:pPr>
              <a:defRPr sz="2100">
                <a:solidFill>
                  <a:srgbClr val="222222"/>
                </a:solidFill>
              </a:defRPr>
            </a:pPr>
            <a:r>
              <a:t>Farm Connect combines disease AI, weather, schemes, and machinery services in one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Semester 7 Progress (MVP Delivered)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Department of CSE, NIT Nagpur | Demo: https://farmbro.vercel.app/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73152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Completed UI/UX, routing, and responsive frontend foundation.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Implemented core modules: Disease, Weather, Schemes, Machinery listing.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Integrated AI providers: Groq (default) and Gemini (optional).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Implemented authentication and profile baseline.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Deployed live demo on Vercel with cloud database connectivity.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Prepared architecture, API, and ML technical documentation.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371600"/>
            <a:ext cx="3291840" cy="960120"/>
          </a:xfrm>
          <a:prstGeom prst="roundRect">
            <a:avLst/>
          </a:prstGeom>
          <a:solidFill>
            <a:srgbClr val="E7F2E8"/>
          </a:solidFill>
          <a:ln>
            <a:solidFill>
              <a:srgbClr val="B5C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F5E3B"/>
                </a:solidFill>
              </a:defRPr>
            </a:pPr>
            <a:r>
              <a:t>7/10</a:t>
            </a:r>
          </a:p>
          <a:p>
            <a:pPr algn="ctr">
              <a:defRPr sz="1200">
                <a:solidFill>
                  <a:srgbClr val="222222"/>
                </a:solidFill>
              </a:defRPr>
            </a:pPr>
            <a:r>
              <a:t>Major Scope Items at MVP Stage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514600"/>
            <a:ext cx="3291840" cy="960120"/>
          </a:xfrm>
          <a:prstGeom prst="roundRect">
            <a:avLst/>
          </a:prstGeom>
          <a:solidFill>
            <a:srgbClr val="E7F2E8"/>
          </a:solidFill>
          <a:ln>
            <a:solidFill>
              <a:srgbClr val="B5C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F5E3B"/>
                </a:solidFill>
              </a:defRPr>
            </a:pPr>
            <a:r>
              <a:t>70%</a:t>
            </a:r>
          </a:p>
          <a:p>
            <a:pPr algn="ctr">
              <a:defRPr sz="1200">
                <a:solidFill>
                  <a:srgbClr val="222222"/>
                </a:solidFill>
              </a:defRPr>
            </a:pPr>
            <a:r>
              <a:t>Overall Scope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657600"/>
            <a:ext cx="3291840" cy="960120"/>
          </a:xfrm>
          <a:prstGeom prst="roundRect">
            <a:avLst/>
          </a:prstGeom>
          <a:solidFill>
            <a:srgbClr val="E7F2E8"/>
          </a:solidFill>
          <a:ln>
            <a:solidFill>
              <a:srgbClr val="B5C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F5E3B"/>
                </a:solidFill>
              </a:defRPr>
            </a:pPr>
            <a:r>
              <a:t>2</a:t>
            </a:r>
          </a:p>
          <a:p>
            <a:pPr algn="ctr">
              <a:defRPr sz="1200">
                <a:solidFill>
                  <a:srgbClr val="222222"/>
                </a:solidFill>
              </a:defRPr>
            </a:pPr>
            <a:r>
              <a:t>AI Providers Integrated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Architecture and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Department of CSE, NIT Nagpur | Demo: https://farmbro.vercel.app/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Frontend: React 18, TypeScript, Tailwind, Vite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Backend: Node.js, Express.js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Database: MongoDB Atlas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AI Services: Groq + Gemini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APIs: WeatherAPI, Web Speech API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Deployment: Vercel + cloud 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6304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FD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72768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F5E3B"/>
                </a:solidFill>
              </a:defRPr>
            </a:pPr>
            <a:r>
              <a:t>System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2057400"/>
            <a:ext cx="1325880" cy="731520"/>
          </a:xfrm>
          <a:prstGeom prst="roundRect">
            <a:avLst/>
          </a:prstGeom>
          <a:solidFill>
            <a:srgbClr val="E7F2E8"/>
          </a:solidFill>
          <a:ln>
            <a:solidFill>
              <a:srgbClr val="B5C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2222"/>
                </a:solidFill>
              </a:defRPr>
            </a:pPr>
            <a:r>
              <a:t>Frontend</a:t>
            </a:r>
          </a:p>
          <a:p>
            <a:r>
              <a:t>React + 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59" y="2057400"/>
            <a:ext cx="1325880" cy="731520"/>
          </a:xfrm>
          <a:prstGeom prst="roundRect">
            <a:avLst/>
          </a:prstGeom>
          <a:solidFill>
            <a:srgbClr val="E7F2E8"/>
          </a:solidFill>
          <a:ln>
            <a:solidFill>
              <a:srgbClr val="B5C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2222"/>
                </a:solidFill>
              </a:defRPr>
            </a:pPr>
            <a:r>
              <a:t>Backend</a:t>
            </a:r>
          </a:p>
          <a:p>
            <a:r>
              <a:t>Node + Express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21240" y="2057400"/>
            <a:ext cx="1325880" cy="731520"/>
          </a:xfrm>
          <a:prstGeom prst="roundRect">
            <a:avLst/>
          </a:prstGeom>
          <a:solidFill>
            <a:srgbClr val="E7F2E8"/>
          </a:solidFill>
          <a:ln>
            <a:solidFill>
              <a:srgbClr val="B5C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2222"/>
                </a:solidFill>
              </a:defRPr>
            </a:pPr>
            <a:r>
              <a:t>Database</a:t>
            </a:r>
          </a:p>
          <a:p>
            <a:r>
              <a:t>MongoDB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59" y="3291840"/>
            <a:ext cx="1325880" cy="731520"/>
          </a:xfrm>
          <a:prstGeom prst="roundRect">
            <a:avLst/>
          </a:prstGeom>
          <a:solidFill>
            <a:srgbClr val="E7F2E8"/>
          </a:solidFill>
          <a:ln>
            <a:solidFill>
              <a:srgbClr val="B5C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2222"/>
                </a:solidFill>
              </a:defRPr>
            </a:pPr>
            <a:r>
              <a:t>AI</a:t>
            </a:r>
          </a:p>
          <a:p>
            <a:r>
              <a:t>Groq + Gemini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59" y="4480560"/>
            <a:ext cx="1325880" cy="731520"/>
          </a:xfrm>
          <a:prstGeom prst="roundRect">
            <a:avLst/>
          </a:prstGeom>
          <a:solidFill>
            <a:srgbClr val="E7F2E8"/>
          </a:solidFill>
          <a:ln>
            <a:solidFill>
              <a:srgbClr val="B5C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2222"/>
                </a:solidFill>
              </a:defRPr>
            </a:pPr>
            <a:r>
              <a:t>Weather API</a:t>
            </a:r>
          </a:p>
          <a:p>
            <a:r>
              <a:t>Voice APIs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Module Demo: AI Disease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Department of CSE, NIT Nagpur | Demo: https://farmbro.vercel.app/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3035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Crop image upload and AI-based diagnosis.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Outputs: disease, confidence, treatment, prevention.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MVP flow is fully demo-ready in Semester 7.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Semester 8: custom TFJS model production hardening.</a:t>
            </a:r>
          </a:p>
        </p:txBody>
      </p:sp>
      <p:pic>
        <p:nvPicPr>
          <p:cNvPr id="7" name="Picture 6" descr="dise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976698"/>
            <a:ext cx="5943600" cy="35904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Module Demo: Smart Weather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Department of CSE, NIT Nagpur | Demo: https://farmbro.vercel.app/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3035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Live weather and 7-day forecast.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Location-aware farming advisories and alerts.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Supports practical crop planning decisions.</a:t>
            </a:r>
          </a:p>
        </p:txBody>
      </p:sp>
      <p:pic>
        <p:nvPicPr>
          <p:cNvPr id="7" name="Picture 6" descr="weat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060665"/>
            <a:ext cx="5943600" cy="34224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Module Demo: Machinery 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Department of CSE, NIT Nagpur | Demo: https://farmbro.vercel.app/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3035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Machinery listing, search, and filters are implemented.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MVP supports discovery and browsing by farmers.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Semester 8: booking lifecycle and owner dashboard closure.</a:t>
            </a:r>
          </a:p>
        </p:txBody>
      </p:sp>
      <p:pic>
        <p:nvPicPr>
          <p:cNvPr id="7" name="Picture 6" descr="machin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020474"/>
            <a:ext cx="5943600" cy="3502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Module Demo: Schemes Portal and Voice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Department of CSE, NIT Nagpur | Demo: https://farmbro.vercel.app/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2120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22222"/>
                </a:solidFill>
              </a:defRPr>
            </a:pPr>
            <a:r>
              <a:t>Schemes portal supports discovery and filtering.</a:t>
            </a:r>
          </a:p>
          <a:p>
            <a:pPr>
              <a:defRPr sz="1700">
                <a:solidFill>
                  <a:srgbClr val="222222"/>
                </a:solidFill>
              </a:defRPr>
            </a:pPr>
            <a:r>
              <a:t>Voice assistant supports multilingual interaction.</a:t>
            </a:r>
          </a:p>
          <a:p>
            <a:pPr>
              <a:defRPr sz="1700">
                <a:solidFill>
                  <a:srgbClr val="222222"/>
                </a:solidFill>
              </a:defRPr>
            </a:pPr>
            <a:r>
              <a:t>Semester 8: deeper voice validation and integration QA.</a:t>
            </a:r>
          </a:p>
        </p:txBody>
      </p:sp>
      <p:pic>
        <p:nvPicPr>
          <p:cNvPr id="7" name="Picture 6" descr="sche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929037"/>
            <a:ext cx="2926080" cy="1640004"/>
          </a:xfrm>
          <a:prstGeom prst="rect">
            <a:avLst/>
          </a:prstGeom>
        </p:spPr>
      </p:pic>
      <p:pic>
        <p:nvPicPr>
          <p:cNvPr id="8" name="Picture 7" descr="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797959"/>
            <a:ext cx="2926080" cy="1902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Testing Status and Preliminary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Department of CSE, NIT Nagpur | Demo: https://farmbro.vercel.app/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74066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UI/UX usability testing completed on desktop and mobile.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Core flow smoke testing completed for implemented modules.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API route-level manual verification completed.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MVP stability validated for external demo.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Semester 8 pending: security, load, integration, UAT.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325880"/>
            <a:ext cx="3108960" cy="914400"/>
          </a:xfrm>
          <a:prstGeom prst="roundRect">
            <a:avLst/>
          </a:prstGeom>
          <a:solidFill>
            <a:srgbClr val="E7F2E8"/>
          </a:solidFill>
          <a:ln>
            <a:solidFill>
              <a:srgbClr val="B5C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F5E3B"/>
                </a:solidFill>
              </a:defRPr>
            </a:pPr>
            <a:r>
              <a:t>15+</a:t>
            </a:r>
          </a:p>
          <a:p>
            <a:pPr algn="ctr">
              <a:defRPr sz="1200">
                <a:solidFill>
                  <a:srgbClr val="222222"/>
                </a:solidFill>
              </a:defRPr>
            </a:pPr>
            <a:r>
              <a:t>API Routes Smoke-Tested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423160"/>
            <a:ext cx="3108960" cy="914400"/>
          </a:xfrm>
          <a:prstGeom prst="roundRect">
            <a:avLst/>
          </a:prstGeom>
          <a:solidFill>
            <a:srgbClr val="E7F2E8"/>
          </a:solidFill>
          <a:ln>
            <a:solidFill>
              <a:srgbClr val="B5C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F5E3B"/>
                </a:solidFill>
              </a:defRPr>
            </a:pPr>
            <a:r>
              <a:t>MVP</a:t>
            </a:r>
          </a:p>
          <a:p>
            <a:pPr algn="ctr">
              <a:defRPr sz="1200">
                <a:solidFill>
                  <a:srgbClr val="222222"/>
                </a:solidFill>
              </a:defRPr>
            </a:pPr>
            <a:r>
              <a:t>Current Delivery Level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3520440"/>
            <a:ext cx="3108960" cy="914400"/>
          </a:xfrm>
          <a:prstGeom prst="roundRect">
            <a:avLst/>
          </a:prstGeom>
          <a:solidFill>
            <a:srgbClr val="E7F2E8"/>
          </a:solidFill>
          <a:ln>
            <a:solidFill>
              <a:srgbClr val="B5C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F5E3B"/>
                </a:solidFill>
              </a:defRPr>
            </a:pPr>
            <a:r>
              <a:t>S8</a:t>
            </a:r>
          </a:p>
          <a:p>
            <a:pPr algn="ctr">
              <a:defRPr sz="1200">
                <a:solidFill>
                  <a:srgbClr val="222222"/>
                </a:solidFill>
              </a:defRPr>
            </a:pPr>
            <a:r>
              <a:t>Planned Quality Closure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Semester 8 Pending Work and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Department of CSE, NIT Nagpur | Demo: https://farmbro.vercel.app/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10972800" cy="1051560"/>
          </a:xfrm>
          <a:prstGeom prst="roundRect">
            <a:avLst/>
          </a:prstGeom>
          <a:solidFill>
            <a:srgbClr val="F3F8E9"/>
          </a:solidFill>
          <a:ln>
            <a:solidFill>
              <a:srgbClr val="C8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>
                <a:solidFill>
                  <a:srgbClr val="222222"/>
                </a:solidFill>
              </a:defRPr>
            </a:pPr>
            <a:r>
              <a:t>Phase 1 (Feb-Mar 2026)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Complete booking workflow, owner dashboard, and messaging closure.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23160"/>
            <a:ext cx="10972800" cy="1051560"/>
          </a:xfrm>
          <a:prstGeom prst="roundRect">
            <a:avLst/>
          </a:prstGeom>
          <a:solidFill>
            <a:srgbClr val="E8F2FF"/>
          </a:solidFill>
          <a:ln>
            <a:solidFill>
              <a:srgbClr val="C8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>
                <a:solidFill>
                  <a:srgbClr val="222222"/>
                </a:solidFill>
              </a:defRPr>
            </a:pPr>
            <a:r>
              <a:t>Phase 2 (Mar-Apr 2026)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Integrate custom TFJS model option, ratings/reviews, and PWA reliability improvements.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703320"/>
            <a:ext cx="10972800" cy="1051560"/>
          </a:xfrm>
          <a:prstGeom prst="roundRect">
            <a:avLst/>
          </a:prstGeom>
          <a:solidFill>
            <a:srgbClr val="FDF2E3"/>
          </a:solidFill>
          <a:ln>
            <a:solidFill>
              <a:srgbClr val="C8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>
                <a:solidFill>
                  <a:srgbClr val="222222"/>
                </a:solidFill>
              </a:defRPr>
            </a:pPr>
            <a:r>
              <a:t>Final Phase (May 2026)</a:t>
            </a:r>
          </a:p>
          <a:p>
            <a:pPr>
              <a:defRPr sz="1300">
                <a:solidFill>
                  <a:srgbClr val="222222"/>
                </a:solidFill>
              </a:defRPr>
            </a:pPr>
            <a:r>
              <a:t>Security/load/integration testing, final docs, final demo video, and submission.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Budget and Resource Utilization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Department of CSE, NIT Nagpur | Demo: https://farmbro.vercel.app/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Vercel hosting: free tier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MongoDB Atlas: free tier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Groq API and Gemini API: configured for development usage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Weather API: free tier integration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Development and testing done on team devices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Overall approach remains cost-effective and scalable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Live Demo Flow (2-3 Minutes)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Department of CSE, NIT Nagpur | Demo: https://farmbro.vercel.app/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1. Open https://farmbro.vercel.app/ and show home page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2. Disease Detection: upload leaf image and show analysis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3. Weather Dashboard: show location forecast and advisories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4. Machinery Marketplace: show listing and filter flow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5. Schemes Portal and Voice Assistant quick walkthrough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6. Close with Semester 8 roadmap and pending quality work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869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73952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66666"/>
                </a:solidFill>
              </a:defRPr>
            </a:pPr>
            <a:r>
              <a:t>Department of CSE, NIT Nagpur | Demo: https://farmbro.vercel.app/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22222"/>
                </a:solidFill>
              </a:defRPr>
            </a:pPr>
            <a:r>
              <a:t>Semester 7 outcome: functional, deployable MVP delivered.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Semester 8 focus: complete pending workflows and quality hardening.</a:t>
            </a:r>
          </a:p>
          <a:p>
            <a:pPr>
              <a:defRPr sz="2200">
                <a:solidFill>
                  <a:srgbClr val="222222"/>
                </a:solidFill>
              </a:defRPr>
            </a:pPr>
            <a:r>
              <a:t>Project is on track for final academic completion in two-semester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5E3B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